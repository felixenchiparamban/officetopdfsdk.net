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3A-4059-84A0-6E2150F42403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3A-4059-84A0-6E2150F42403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93A-4059-84A0-6E2150F4240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93A-4059-84A0-6E2150F42403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93A-4059-84A0-6E2150F424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7A3-4EDE-B722-0C0F3304804C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7A3-4EDE-B722-0C0F3304804C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7A3-4EDE-B722-0C0F3304804C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7A3-4EDE-B722-0C0F3304804C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7A3-4EDE-B722-0C0F33048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1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F65-4893-81B5-62C52A5ED976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F65-4893-81B5-62C52A5ED976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F65-4893-81B5-62C52A5ED976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F65-4893-81B5-62C52A5ED97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F65-4893-81B5-62C52A5ED9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  <a:ln w="19050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D62-4512-8D69-52196C1DD192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D62-4512-8D69-52196C1DD192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D62-4512-8D69-52196C1DD192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D62-4512-8D69-52196C1DD192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D62-4512-8D69-52196C1DD1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6DCE-2F52-6965-0027-B0BA27F1A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D0D0A-7380-4848-96F0-33CC7CE37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0EBD1-6283-1DC5-17B1-A4F385935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49A4C-64B6-4A6C-AC70-BB7E7AADA7E3}" type="datetimeFigureOut">
              <a:rPr lang="en-CH" smtClean="0"/>
              <a:t>13/10/2026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591EF-44BD-7472-850A-F276BEE45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8D325-ADFD-B2A1-72EF-C2E59B80F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CD664-7254-4306-AF6A-0230166034F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43880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9E2F1-2ACE-E4B4-8FA7-485BD8C2E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9ADFD-809D-61CE-21D1-6EC45BB16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6F39B-FE75-A60A-9E6A-92AA68B7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49A4C-64B6-4A6C-AC70-BB7E7AADA7E3}" type="datetimeFigureOut">
              <a:rPr lang="en-CH" smtClean="0"/>
              <a:t>13/10/2026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3F15C-6666-826E-D30D-8C07E79CB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F9A26-43D4-3C44-C6A6-2E5BA679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CD664-7254-4306-AF6A-0230166034F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82024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83916-A3C7-C947-9271-BC6AD3B1E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94020-A64C-5A14-F55E-16409F123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072AA-03E4-B0D6-6596-7577BE189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49A4C-64B6-4A6C-AC70-BB7E7AADA7E3}" type="datetimeFigureOut">
              <a:rPr lang="en-CH" smtClean="0"/>
              <a:t>13/10/2026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A38AB-55B0-CCC3-25F5-64254F21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6804C-03A6-8264-CB8B-FE145A03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CD664-7254-4306-AF6A-0230166034F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7813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89A1-0890-3BBA-16C0-DB5FD4E1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11BB9-24CB-DA5D-1D4A-9059541433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CCFCA-CBD0-2679-AA66-9F6E48B13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66C67-A445-55E4-ECD6-02291A367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49A4C-64B6-4A6C-AC70-BB7E7AADA7E3}" type="datetimeFigureOut">
              <a:rPr lang="en-CH" smtClean="0"/>
              <a:t>13/10/2026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CBF3C-4E87-2768-CC15-FB8E5E9D5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B3326-5BAF-0E73-EC69-93FBF9014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CD664-7254-4306-AF6A-0230166034F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98640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57680-99EA-D1A6-72C9-34B1D71D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909D-71D1-6DA9-731A-20485AF11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3EE3-3FBB-4D18-7C53-246BF681E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8B4BE-30A8-87A4-EA1E-2D7E5BCC8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F3DEDE-3ED4-56AD-EA03-564E604EE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2E84B3-ADF4-B064-B070-0458583F3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49A4C-64B6-4A6C-AC70-BB7E7AADA7E3}" type="datetimeFigureOut">
              <a:rPr lang="en-CH" smtClean="0"/>
              <a:t>13/10/2026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D181E-77B9-E9CE-9366-8D472B38F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39C3A9-E565-B413-FE22-1DC49446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CD664-7254-4306-AF6A-0230166034F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11782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0B1C-3D6A-DFCF-DF64-FC207B717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600801-4FE6-FF70-C3A6-5B97B67A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49A4C-64B6-4A6C-AC70-BB7E7AADA7E3}" type="datetimeFigureOut">
              <a:rPr lang="en-CH" smtClean="0"/>
              <a:t>13/10/2026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24BEC-F65E-F513-3930-56633337E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BEB1A5-2166-748D-1417-12B1B36B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CD664-7254-4306-AF6A-0230166034F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8639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9D6361-F540-3757-C2BB-1705DD812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49A4C-64B6-4A6C-AC70-BB7E7AADA7E3}" type="datetimeFigureOut">
              <a:rPr lang="en-CH" smtClean="0"/>
              <a:t>13/10/2026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EB3A32-23A8-AA4E-9231-37D822B5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2BB40-B9DB-FA04-F364-FF18A3FA3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CD664-7254-4306-AF6A-0230166034F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3550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2CAC8-BD10-6687-E720-35CFCD178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6A607-8AAA-7D71-C001-F3815E25D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1A1D9-D9EF-E277-AC54-D1D32D7FE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3A993-17C3-C967-7F57-9784EFDF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49A4C-64B6-4A6C-AC70-BB7E7AADA7E3}" type="datetimeFigureOut">
              <a:rPr lang="en-CH" smtClean="0"/>
              <a:t>13/10/2026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8266D-9BE9-EA51-3E3E-BAD6F63E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0D7D4-C19B-4439-E8A3-C736CC54F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CD664-7254-4306-AF6A-0230166034F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37256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552C0-9874-89DB-7DEB-BAED51864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AEFA0B-91DA-D792-EF7D-0B9966820A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B23B5-6EF5-E68D-3247-A9B1B712B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0C0FE-625E-F4F7-19A5-074A0AC8A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49A4C-64B6-4A6C-AC70-BB7E7AADA7E3}" type="datetimeFigureOut">
              <a:rPr lang="en-CH" smtClean="0"/>
              <a:t>13/10/2026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EEA44-16D1-9831-50A4-D145B510C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FE5B6-D884-6667-8454-3306CD7B1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CD664-7254-4306-AF6A-0230166034F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2461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A1F25-3815-34B5-184B-A4F9F5B90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604F7-D15C-974A-309B-D574DCC5E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6CBE3-A4FA-8A3E-9193-61E8FD3B5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49A4C-64B6-4A6C-AC70-BB7E7AADA7E3}" type="datetimeFigureOut">
              <a:rPr lang="en-CH" smtClean="0"/>
              <a:t>13/10/2026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598DA-6011-F26C-6EAB-14D437A8E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E5DF9-3F91-5D87-13B1-B15F8994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CD664-7254-4306-AF6A-0230166034F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99977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4D2F7D-D3CC-14FD-A96C-9BCDF4761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EE66B-D7B0-E568-C3A8-40EF7D856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07BBD-D79B-3ED5-38D0-21CECF09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49A4C-64B6-4A6C-AC70-BB7E7AADA7E3}" type="datetimeFigureOut">
              <a:rPr lang="en-CH" smtClean="0"/>
              <a:t>13/10/2026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3F7AC-A8CF-B841-BCFD-9DBE4A30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2993A-D588-B84B-0002-CCE878E1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CD664-7254-4306-AF6A-0230166034F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58988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4FFD7B-DCC3-D09C-A7B0-8ED38EEAC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0C46C-58AD-05C2-F0CF-F3C883A6A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8992E-3B1E-5559-3651-43C170901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49A4C-64B6-4A6C-AC70-BB7E7AADA7E3}" type="datetimeFigureOut">
              <a:rPr lang="en-CH" smtClean="0"/>
              <a:t>13/10/2026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B61AE-7F42-BA51-B1C5-1EB15CAB3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74A42-E8F8-A6FC-6241-FF9DA3C0A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CD664-7254-4306-AF6A-0230166034F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3583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67A02-E134-07EB-A7BA-2931B955E0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AF4452-B5F4-9D23-2443-731F2ADCAA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52652D5-79D1-472D-A29A-E1E6F1C209B2}"/>
              </a:ext>
            </a:extLst>
          </p:cNvPr>
          <p:cNvSpPr>
            <a:spLocks noGrp="1"/>
          </p:cNvSpPr>
          <p:nvPr/>
        </p:nvSpPr>
        <p:spPr>
          <a:xfrm>
            <a:off x="839724" y="2511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FUNDING</a:t>
            </a:r>
          </a:p>
        </p:txBody>
      </p:sp>
      <p:graphicFrame>
        <p:nvGraphicFramePr>
          <p:cNvPr id="5" name="Content Placeholder 42" descr="pie chart">
            <a:extLst>
              <a:ext uri="{FF2B5EF4-FFF2-40B4-BE49-F238E27FC236}">
                <a16:creationId xmlns:a16="http://schemas.microsoft.com/office/drawing/2014/main" id="{DAD05018-06C3-4FE9-88DE-5F5A1458E17D}"/>
              </a:ext>
            </a:extLst>
          </p:cNvPr>
          <p:cNvGraphicFramePr>
            <a:graphicFrameLocks noGrp="1"/>
          </p:cNvGraphicFramePr>
          <p:nvPr/>
        </p:nvGraphicFramePr>
        <p:xfrm>
          <a:off x="912877" y="1890396"/>
          <a:ext cx="2286000" cy="217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8" descr="pie chart&#10;">
            <a:extLst>
              <a:ext uri="{FF2B5EF4-FFF2-40B4-BE49-F238E27FC236}">
                <a16:creationId xmlns:a16="http://schemas.microsoft.com/office/drawing/2014/main" id="{063008F3-86E2-4FC4-B153-16D21B16A61D}"/>
              </a:ext>
            </a:extLst>
          </p:cNvPr>
          <p:cNvGraphicFramePr>
            <a:graphicFrameLocks noGrp="1"/>
          </p:cNvGraphicFramePr>
          <p:nvPr/>
        </p:nvGraphicFramePr>
        <p:xfrm>
          <a:off x="3602102" y="1890396"/>
          <a:ext cx="2286000" cy="217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ontent Placeholder 95" descr="pie chart&#10;">
            <a:extLst>
              <a:ext uri="{FF2B5EF4-FFF2-40B4-BE49-F238E27FC236}">
                <a16:creationId xmlns:a16="http://schemas.microsoft.com/office/drawing/2014/main" id="{57B71365-A7C7-4A29-8A28-E6BA96C8208D}"/>
              </a:ext>
            </a:extLst>
          </p:cNvPr>
          <p:cNvGraphicFramePr>
            <a:graphicFrameLocks noGrp="1"/>
          </p:cNvGraphicFramePr>
          <p:nvPr/>
        </p:nvGraphicFramePr>
        <p:xfrm>
          <a:off x="6291327" y="1890396"/>
          <a:ext cx="2286000" cy="217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ontent Placeholder 98" descr="pie chart&#10;">
            <a:extLst>
              <a:ext uri="{FF2B5EF4-FFF2-40B4-BE49-F238E27FC236}">
                <a16:creationId xmlns:a16="http://schemas.microsoft.com/office/drawing/2014/main" id="{650E4C09-7ED6-4629-A224-BF1F95D1B12E}"/>
              </a:ext>
            </a:extLst>
          </p:cNvPr>
          <p:cNvGraphicFramePr>
            <a:graphicFrameLocks noGrp="1"/>
          </p:cNvGraphicFramePr>
          <p:nvPr/>
        </p:nvGraphicFramePr>
        <p:xfrm>
          <a:off x="8980552" y="1890396"/>
          <a:ext cx="2286000" cy="217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C92FCDA-3785-4537-AFE8-AA4F93B008AE}"/>
              </a:ext>
            </a:extLst>
          </p:cNvPr>
          <p:cNvSpPr>
            <a:spLocks noGrp="1"/>
          </p:cNvSpPr>
          <p:nvPr/>
        </p:nvSpPr>
        <p:spPr>
          <a:xfrm>
            <a:off x="912877" y="4219317"/>
            <a:ext cx="2286000" cy="54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MUTUAL FUNDS</a:t>
            </a:r>
          </a:p>
        </p:txBody>
      </p:sp>
      <p:sp>
        <p:nvSpPr>
          <p:cNvPr id="10" name="Text Placeholder 64">
            <a:extLst>
              <a:ext uri="{FF2B5EF4-FFF2-40B4-BE49-F238E27FC236}">
                <a16:creationId xmlns:a16="http://schemas.microsoft.com/office/drawing/2014/main" id="{E35873DD-2E07-4171-8766-39AADEE7DE97}"/>
              </a:ext>
            </a:extLst>
          </p:cNvPr>
          <p:cNvSpPr>
            <a:spLocks noGrp="1"/>
          </p:cNvSpPr>
          <p:nvPr/>
        </p:nvSpPr>
        <p:spPr>
          <a:xfrm>
            <a:off x="3601213" y="4219317"/>
            <a:ext cx="2286000" cy="54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ANGEL INVESTMENTS</a:t>
            </a:r>
            <a:endParaRPr lang="en-US" dirty="0"/>
          </a:p>
        </p:txBody>
      </p:sp>
      <p:sp>
        <p:nvSpPr>
          <p:cNvPr id="11" name="Text Placeholder 87">
            <a:extLst>
              <a:ext uri="{FF2B5EF4-FFF2-40B4-BE49-F238E27FC236}">
                <a16:creationId xmlns:a16="http://schemas.microsoft.com/office/drawing/2014/main" id="{B8264429-F42D-4998-B782-DC8C3610251A}"/>
              </a:ext>
            </a:extLst>
          </p:cNvPr>
          <p:cNvSpPr>
            <a:spLocks noGrp="1"/>
          </p:cNvSpPr>
          <p:nvPr/>
        </p:nvSpPr>
        <p:spPr>
          <a:xfrm>
            <a:off x="6289549" y="4219317"/>
            <a:ext cx="2286000" cy="54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CASH</a:t>
            </a:r>
          </a:p>
        </p:txBody>
      </p:sp>
      <p:sp>
        <p:nvSpPr>
          <p:cNvPr id="12" name="Text Placeholder 84">
            <a:extLst>
              <a:ext uri="{FF2B5EF4-FFF2-40B4-BE49-F238E27FC236}">
                <a16:creationId xmlns:a16="http://schemas.microsoft.com/office/drawing/2014/main" id="{FD05795A-8454-4944-9FB8-476A5026EAC5}"/>
              </a:ext>
            </a:extLst>
          </p:cNvPr>
          <p:cNvSpPr>
            <a:spLocks noGrp="1"/>
          </p:cNvSpPr>
          <p:nvPr/>
        </p:nvSpPr>
        <p:spPr>
          <a:xfrm>
            <a:off x="8980554" y="4219317"/>
            <a:ext cx="2286000" cy="54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SHARES</a:t>
            </a:r>
          </a:p>
        </p:txBody>
      </p:sp>
      <p:sp>
        <p:nvSpPr>
          <p:cNvPr id="13" name="Text Placeholder 72">
            <a:extLst>
              <a:ext uri="{FF2B5EF4-FFF2-40B4-BE49-F238E27FC236}">
                <a16:creationId xmlns:a16="http://schemas.microsoft.com/office/drawing/2014/main" id="{1370D65A-E5A4-4F8A-B3B5-680C13525F6A}"/>
              </a:ext>
            </a:extLst>
          </p:cNvPr>
          <p:cNvSpPr>
            <a:spLocks noGrp="1"/>
          </p:cNvSpPr>
          <p:nvPr/>
        </p:nvSpPr>
        <p:spPr>
          <a:xfrm>
            <a:off x="912877" y="4797718"/>
            <a:ext cx="2286000" cy="274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ts val="2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$12,000</a:t>
            </a:r>
          </a:p>
        </p:txBody>
      </p:sp>
      <p:sp>
        <p:nvSpPr>
          <p:cNvPr id="14" name="Text Placeholder 90">
            <a:extLst>
              <a:ext uri="{FF2B5EF4-FFF2-40B4-BE49-F238E27FC236}">
                <a16:creationId xmlns:a16="http://schemas.microsoft.com/office/drawing/2014/main" id="{38EE9AEE-CB8D-4216-B18B-82715EDEEAFE}"/>
              </a:ext>
            </a:extLst>
          </p:cNvPr>
          <p:cNvSpPr>
            <a:spLocks noGrp="1"/>
          </p:cNvSpPr>
          <p:nvPr/>
        </p:nvSpPr>
        <p:spPr>
          <a:xfrm>
            <a:off x="3601213" y="4797718"/>
            <a:ext cx="2286000" cy="274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ts val="2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$14,000</a:t>
            </a:r>
          </a:p>
        </p:txBody>
      </p:sp>
      <p:sp>
        <p:nvSpPr>
          <p:cNvPr id="15" name="Text Placeholder 92">
            <a:extLst>
              <a:ext uri="{FF2B5EF4-FFF2-40B4-BE49-F238E27FC236}">
                <a16:creationId xmlns:a16="http://schemas.microsoft.com/office/drawing/2014/main" id="{6038E047-D8F9-4C1F-A919-495700F6725A}"/>
              </a:ext>
            </a:extLst>
          </p:cNvPr>
          <p:cNvSpPr>
            <a:spLocks noGrp="1"/>
          </p:cNvSpPr>
          <p:nvPr/>
        </p:nvSpPr>
        <p:spPr>
          <a:xfrm>
            <a:off x="6289549" y="4797718"/>
            <a:ext cx="2286000" cy="274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ts val="2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$32,000</a:t>
            </a:r>
          </a:p>
        </p:txBody>
      </p:sp>
      <p:sp>
        <p:nvSpPr>
          <p:cNvPr id="16" name="Text Placeholder 91">
            <a:extLst>
              <a:ext uri="{FF2B5EF4-FFF2-40B4-BE49-F238E27FC236}">
                <a16:creationId xmlns:a16="http://schemas.microsoft.com/office/drawing/2014/main" id="{EE462EB4-9485-4461-93B9-DD90711C8A86}"/>
              </a:ext>
            </a:extLst>
          </p:cNvPr>
          <p:cNvSpPr>
            <a:spLocks noGrp="1"/>
          </p:cNvSpPr>
          <p:nvPr/>
        </p:nvSpPr>
        <p:spPr>
          <a:xfrm>
            <a:off x="8980554" y="4797718"/>
            <a:ext cx="2286000" cy="274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ts val="2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$82,000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B892662-C7A1-44C2-A7EE-E26A7AC3921A}"/>
              </a:ext>
            </a:extLst>
          </p:cNvPr>
          <p:cNvSpPr>
            <a:spLocks noGrp="1"/>
          </p:cNvSpPr>
          <p:nvPr/>
        </p:nvSpPr>
        <p:spPr>
          <a:xfrm>
            <a:off x="912877" y="5120850"/>
            <a:ext cx="2286000" cy="731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ts val="2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Revenue obtained from blue chip mutual funds</a:t>
            </a:r>
          </a:p>
        </p:txBody>
      </p:sp>
      <p:sp>
        <p:nvSpPr>
          <p:cNvPr id="18" name="Text Placeholder 115">
            <a:extLst>
              <a:ext uri="{FF2B5EF4-FFF2-40B4-BE49-F238E27FC236}">
                <a16:creationId xmlns:a16="http://schemas.microsoft.com/office/drawing/2014/main" id="{BD0792BE-6E36-45C3-B448-74B23731162A}"/>
              </a:ext>
            </a:extLst>
          </p:cNvPr>
          <p:cNvSpPr>
            <a:spLocks noGrp="1"/>
          </p:cNvSpPr>
          <p:nvPr/>
        </p:nvSpPr>
        <p:spPr>
          <a:xfrm>
            <a:off x="3601213" y="5120850"/>
            <a:ext cx="2286000" cy="731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ts val="2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Amount obtained through other investors</a:t>
            </a:r>
          </a:p>
        </p:txBody>
      </p:sp>
      <p:sp>
        <p:nvSpPr>
          <p:cNvPr id="19" name="Text Placeholder 88">
            <a:extLst>
              <a:ext uri="{FF2B5EF4-FFF2-40B4-BE49-F238E27FC236}">
                <a16:creationId xmlns:a16="http://schemas.microsoft.com/office/drawing/2014/main" id="{E25ED014-7F58-4C5E-87B2-40AD88F1EC5F}"/>
              </a:ext>
            </a:extLst>
          </p:cNvPr>
          <p:cNvSpPr>
            <a:spLocks noGrp="1"/>
          </p:cNvSpPr>
          <p:nvPr/>
        </p:nvSpPr>
        <p:spPr>
          <a:xfrm>
            <a:off x="6289549" y="5120850"/>
            <a:ext cx="2286000" cy="731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ts val="2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noProof="1"/>
              <a:t>Liquid cash we have on hand</a:t>
            </a:r>
          </a:p>
          <a:p>
            <a:endParaRPr lang="en-US" dirty="0"/>
          </a:p>
        </p:txBody>
      </p:sp>
      <p:sp>
        <p:nvSpPr>
          <p:cNvPr id="20" name="Text Placeholder 85">
            <a:extLst>
              <a:ext uri="{FF2B5EF4-FFF2-40B4-BE49-F238E27FC236}">
                <a16:creationId xmlns:a16="http://schemas.microsoft.com/office/drawing/2014/main" id="{95B43878-A391-4269-82B7-8EF11F70CDF4}"/>
              </a:ext>
            </a:extLst>
          </p:cNvPr>
          <p:cNvSpPr>
            <a:spLocks noGrp="1"/>
          </p:cNvSpPr>
          <p:nvPr/>
        </p:nvSpPr>
        <p:spPr>
          <a:xfrm>
            <a:off x="8980554" y="5120850"/>
            <a:ext cx="2286000" cy="731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ts val="2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Number of shares converted into USD</a:t>
            </a:r>
          </a:p>
          <a:p>
            <a:endParaRPr lang="en-US" dirty="0"/>
          </a:p>
        </p:txBody>
      </p:sp>
      <p:sp>
        <p:nvSpPr>
          <p:cNvPr id="21" name="Date Placeholder 133">
            <a:extLst>
              <a:ext uri="{FF2B5EF4-FFF2-40B4-BE49-F238E27FC236}">
                <a16:creationId xmlns:a16="http://schemas.microsoft.com/office/drawing/2014/main" id="{74DCE933-510F-43E9-B365-51DE44E3F8AB}"/>
              </a:ext>
            </a:extLst>
          </p:cNvPr>
          <p:cNvSpPr>
            <a:spLocks noGrp="1"/>
          </p:cNvSpPr>
          <p:nvPr/>
        </p:nvSpPr>
        <p:spPr>
          <a:xfrm>
            <a:off x="836677" y="62417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7/14/20XX</a:t>
            </a:r>
          </a:p>
        </p:txBody>
      </p:sp>
      <p:sp>
        <p:nvSpPr>
          <p:cNvPr id="22" name="Footer Placeholder 134">
            <a:extLst>
              <a:ext uri="{FF2B5EF4-FFF2-40B4-BE49-F238E27FC236}">
                <a16:creationId xmlns:a16="http://schemas.microsoft.com/office/drawing/2014/main" id="{FE8C31A6-9ABF-488F-97FB-F4BA3A8BDC45}"/>
              </a:ext>
            </a:extLst>
          </p:cNvPr>
          <p:cNvSpPr>
            <a:spLocks noGrp="1"/>
          </p:cNvSpPr>
          <p:nvPr/>
        </p:nvSpPr>
        <p:spPr>
          <a:xfrm>
            <a:off x="4037077" y="624173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Pitch deck title</a:t>
            </a:r>
          </a:p>
        </p:txBody>
      </p:sp>
      <p:sp>
        <p:nvSpPr>
          <p:cNvPr id="23" name="Slide Number Placeholder 135">
            <a:extLst>
              <a:ext uri="{FF2B5EF4-FFF2-40B4-BE49-F238E27FC236}">
                <a16:creationId xmlns:a16="http://schemas.microsoft.com/office/drawing/2014/main" id="{4463A14E-37FA-4A21-AED2-95402D6027F6}"/>
              </a:ext>
            </a:extLst>
          </p:cNvPr>
          <p:cNvSpPr>
            <a:spLocks noGrp="1"/>
          </p:cNvSpPr>
          <p:nvPr/>
        </p:nvSpPr>
        <p:spPr>
          <a:xfrm>
            <a:off x="8609077" y="62417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926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Abraxas Informatik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Enchiparamban Felix Varghese ABRAXAS</dc:creator>
  <cp:lastModifiedBy>Enchiparamban Felix Varghese ABRAXAS</cp:lastModifiedBy>
  <cp:revision>1</cp:revision>
  <dcterms:created xsi:type="dcterms:W3CDTF">2026-10-13T19:56:52Z</dcterms:created>
  <dcterms:modified xsi:type="dcterms:W3CDTF">2026-10-13T19:57:11Z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619e320-7d50-4f4b-a9ca-80310c09da9b_Enabled">
    <vt:lpwstr>true</vt:lpwstr>
  </property>
  <property fmtid="{D5CDD505-2E9C-101B-9397-08002B2CF9AE}" pid="3" name="MSIP_Label_5619e320-7d50-4f4b-a9ca-80310c09da9b_SetDate">
    <vt:lpwstr>2026-10-13T19:56:54Z</vt:lpwstr>
  </property>
  <property fmtid="{D5CDD505-2E9C-101B-9397-08002B2CF9AE}" pid="4" name="MSIP_Label_5619e320-7d50-4f4b-a9ca-80310c09da9b_Method">
    <vt:lpwstr>Standard</vt:lpwstr>
  </property>
  <property fmtid="{D5CDD505-2E9C-101B-9397-08002B2CF9AE}" pid="5" name="MSIP_Label_5619e320-7d50-4f4b-a9ca-80310c09da9b_Name">
    <vt:lpwstr>Intern</vt:lpwstr>
  </property>
  <property fmtid="{D5CDD505-2E9C-101B-9397-08002B2CF9AE}" pid="6" name="MSIP_Label_5619e320-7d50-4f4b-a9ca-80310c09da9b_SiteId">
    <vt:lpwstr>7af59219-a69f-4fc1-be57-7152dd96348a</vt:lpwstr>
  </property>
  <property fmtid="{D5CDD505-2E9C-101B-9397-08002B2CF9AE}" pid="7" name="MSIP_Label_5619e320-7d50-4f4b-a9ca-80310c09da9b_ActionId">
    <vt:lpwstr>c712d814-0547-4a68-9b3a-f99491a9ef1d</vt:lpwstr>
  </property>
  <property fmtid="{D5CDD505-2E9C-101B-9397-08002B2CF9AE}" pid="8" name="MSIP_Label_5619e320-7d50-4f4b-a9ca-80310c09da9b_ContentBits">
    <vt:lpwstr>0</vt:lpwstr>
  </property>
  <property fmtid="{D5CDD505-2E9C-101B-9397-08002B2CF9AE}" pid="9" name="MSIP_Label_5619e320-7d50-4f4b-a9ca-80310c09da9b_Tag">
    <vt:lpwstr>10, 3, 0, 1</vt:lpwstr>
  </property>
</Properties>
</file>